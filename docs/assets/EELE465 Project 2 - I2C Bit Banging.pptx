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12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DCF0-9C3F-1458-F6F4-AE079CE0C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D6983-9B3B-7473-A310-BCA4E95C5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E21F-198E-50D1-92EE-99AB5B7B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28385-DC6A-5B8C-EDD5-95BBF5BD2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0B988-A175-49E1-FDA6-0C9F2179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9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67F5-68C6-5A4C-3874-73ECB3BB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782F-3361-C129-E9E1-120ADA756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C73E-B6B0-465C-028D-75679707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E6E8D-0435-33A0-B6B1-670BD3C6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E8CE-7A39-703E-3918-129CF74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4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96E6-37D5-B5A8-6BCA-A719D03C6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92091-A52A-B368-30A9-F2C56A43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6B350-7AEA-3391-F7CA-210A5F1F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CB955-3434-A481-C5A8-0C5A0CBE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B62F-143F-FA72-33FE-7E10C138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6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110A-7486-0381-1B2F-EAA75707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E0F91-376D-1418-4498-CCD9AA341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C6CB1-7DF9-B750-57CC-6DF16BA37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A39C4-A009-9D40-7337-A087F069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32FA-06A6-76A9-2BE5-C8CEF705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05BB0-95BC-748C-CFB2-8827069B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6B3D-518B-2F3E-EB22-4597B64A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01790-FC5B-5ECF-FC02-B3749DC1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7544A-F8AA-F81F-852C-31047AA7A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6F889-B636-EA44-F540-19A19B546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6ACE2-3FAA-5E88-E172-5E07BB280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3DA0F-CFC5-C7CA-EC44-ECF47CD7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63836-733C-3F3C-DFC2-53D6DB88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E84D3-A3EE-A6A2-5E07-87A5D0B6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6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73A9-D9FD-12CD-7119-B4196DB4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5BF69-B00A-22C9-80D0-11070E67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04B23-6585-AE68-9A10-5170DD02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733D9-E512-FDF8-716E-2810904B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52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1D710-2FAB-38D0-D8B1-ACA75908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C892B-93D8-E119-F870-1CA5F296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9E3FC-6E69-FFE0-603A-34E753FE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F66C-D8A0-86F6-E3A1-FDFDCDF9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E1DE-BEFA-08A5-1FEE-431A20B6E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3B294-33AC-0E01-BB52-952DE7ECE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0FE12-0E91-CE92-33E1-44BCCFB9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3C88-2686-29D6-AC17-61CAABFC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CBC33-EAAC-2350-CB95-ED3B1AC9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0A9C-64A7-A80A-76A8-FD86FD55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067BB-2981-5CB9-D6DD-C1D2D0E5C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A6A99-AB65-D9FD-BE94-D136BC526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4A54F-DBC3-305F-5F01-C7904CE7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C965D-6C6E-E868-7D77-0DC4469C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AC870-F61C-5F2D-5713-B783CB58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3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FF12-DF99-A4BA-B4AE-C996A779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0CA63-596E-6C36-32D8-3C18610F3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A6BB2-406C-C286-6887-39C51B8B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A0C2C-1105-71DA-12B0-4C5FF066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3CC38-DDB8-59FB-571B-A8560AA2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5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B6417-D77D-6491-1B41-5415B49A7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3F24F-8309-69C8-E41F-2818BC57C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B34E-4704-8DE9-DCC2-3F51A99E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7E37-CBE0-718D-23C0-A48A5A84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6592-2CB3-2B03-03F8-E5DD136B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6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0EC23-D838-0C4C-1518-169EBEC3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7DBF2-88EE-0828-DC95-74CFCA394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E03C0-07DC-A9B3-B2F3-AA9594C9F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191FB-DA68-413D-8A64-6D4DFD7AC4D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3C024-A424-5F72-92DB-91D30B0E2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88EF-2C50-F526-E8BE-52FB57AA9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22C23-9D14-4007-85D8-57030E977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9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0B6A-1AC7-CC44-C131-C113622B2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Project 2: Bit-Banging I2C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20211-6595-7C2E-61FD-AC8F0104E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Griffin Short, Gabe Story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712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8E55-B101-4F02-B8BA-8BFB5218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7616-0456-036A-AE69-6A648A1D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I2C program in assembly to transmit/receive data to/from the MPC7940N RTC (Real Time Clock).</a:t>
            </a:r>
          </a:p>
          <a:p>
            <a:r>
              <a:rPr lang="en-US" dirty="0"/>
              <a:t>Develop routines to implement the I2C protocol by manually controlling the SDA and SCL lines (bit banging).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5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D822-CFB4-3660-C7D1-A8045A14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A50761F-D12B-4388-5467-16923B8FD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55" t="24652" r="5638" b="27901"/>
          <a:stretch>
            <a:fillRect/>
          </a:stretch>
        </p:blipFill>
        <p:spPr>
          <a:xfrm>
            <a:off x="731240" y="1507068"/>
            <a:ext cx="1072952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F600-C27B-32EE-315F-8440C53C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82CF-D892-4E66-BE12-D6C8271E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‘Start’ and ‘Stop’ conditions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Blue = SDA, Yellow = SCL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8C483-26C8-23BC-66BF-B030598C4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8" b="34225"/>
          <a:stretch>
            <a:fillRect/>
          </a:stretch>
        </p:blipFill>
        <p:spPr>
          <a:xfrm>
            <a:off x="160534" y="2607205"/>
            <a:ext cx="6121733" cy="2788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A9B1EC-D374-2445-F644-B6CEC08FB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79" r="-1" b="28432"/>
          <a:stretch>
            <a:fillRect/>
          </a:stretch>
        </p:blipFill>
        <p:spPr>
          <a:xfrm>
            <a:off x="5909733" y="2607205"/>
            <a:ext cx="6121733" cy="278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45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9CB5-0478-31EE-BA59-1552774C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90D5-90F6-95AC-1F95-8BFFBFCA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3EDE-50A5-A67E-854E-D59E3387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Transmit a random data packet (start, 8 bits + ACK/NACK, stop) and check that timing looks okay on scope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AD369-2A43-634A-B2A4-5F04D7D3D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57" y="2804492"/>
            <a:ext cx="9310085" cy="39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9BDC-2354-B5CD-191F-CF06FA95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CB2E-4C0E-B2E9-629F-37CC07C8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803E8-1299-B86B-15B7-3425CF81F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Transmit ‘N’ number of random bytes and check that logic analyzer is interpreting the data correctly.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DD9F31-C0D3-22E6-F398-1E138E7AB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2961059"/>
            <a:ext cx="11785600" cy="15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4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60671-2AC5-4F55-8440-8B7DE448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5E13-DE17-FBE8-1B37-8010ECE6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513D-E7E9-8AAA-1643-207B969B1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Live transmit the value of a counter from 0-9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AE2F5-517C-5665-B8C6-C2F3DAC55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83"/>
          <a:stretch>
            <a:fillRect/>
          </a:stretch>
        </p:blipFill>
        <p:spPr>
          <a:xfrm>
            <a:off x="1993891" y="2794000"/>
            <a:ext cx="8204217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3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AD89-D3E0-8125-A2EA-D7B41866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7286-F594-B334-BD46-C606396C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256F-CC09-C6D4-DA87-6024B56D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5. Request bytes from the AD2 and successfully read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93F47-B8E7-FF31-C448-5CD89C2E1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914" y="3115457"/>
            <a:ext cx="8696172" cy="17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4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DB86-31D9-672D-C2D3-4F4E03D3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2192-19CD-8411-84D8-EE4EC737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170E-195B-E268-BE55-C675BC6B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6. Save received bytes into memory.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53D37-7586-1DD6-D5D2-46B11E05C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229" y="2591791"/>
            <a:ext cx="10409541" cy="349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8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52511-35EF-FA69-7FAC-B6F706D5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9854-8566-1198-4634-8AC9213F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I2C Protocol Implementation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6E01-BD5A-E1DA-0064-7F045E15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7. Reading and writing the RTC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9934C-4A8C-123C-0880-E009E4C8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149" y="958160"/>
            <a:ext cx="4030251" cy="58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15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3BBE-7561-13EE-C9A3-199028E69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34" y="779992"/>
            <a:ext cx="3657599" cy="1325563"/>
          </a:xfrm>
        </p:spPr>
        <p:txBody>
          <a:bodyPr/>
          <a:lstStyle/>
          <a:p>
            <a:r>
              <a:rPr lang="en-US" dirty="0"/>
              <a:t>Main Program </a:t>
            </a:r>
            <a:br>
              <a:rPr lang="en-US" dirty="0"/>
            </a:br>
            <a:r>
              <a:rPr lang="en-US" dirty="0"/>
              <a:t>Flow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DAAC52-8573-88F0-BD6F-F40E82410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81"/>
          <a:stretch>
            <a:fillRect/>
          </a:stretch>
        </p:blipFill>
        <p:spPr>
          <a:xfrm>
            <a:off x="3937384" y="15224"/>
            <a:ext cx="5960149" cy="682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9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1DF1-A08A-4D5A-A1CB-79E840C6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509058"/>
            <a:ext cx="4394200" cy="1325563"/>
          </a:xfrm>
        </p:spPr>
        <p:txBody>
          <a:bodyPr/>
          <a:lstStyle/>
          <a:p>
            <a:r>
              <a:rPr lang="en-US" dirty="0" err="1"/>
              <a:t>rtc_write_register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41148A-548E-B0D4-C5C7-3C5935AF4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4585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3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3B68-CC29-74F4-6412-B992CE6F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FC0F-DD8E-D680-6011-B31E35CD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509058"/>
            <a:ext cx="4394200" cy="1325563"/>
          </a:xfrm>
        </p:spPr>
        <p:txBody>
          <a:bodyPr/>
          <a:lstStyle/>
          <a:p>
            <a:r>
              <a:rPr lang="en-US" dirty="0" err="1"/>
              <a:t>rtc_read_register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7DD6BB-4520-0237-C76A-23781BF81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12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0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2788-FEED-3A1B-AD3A-202DC39C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3" y="331258"/>
            <a:ext cx="3471333" cy="1325563"/>
          </a:xfrm>
        </p:spPr>
        <p:txBody>
          <a:bodyPr/>
          <a:lstStyle/>
          <a:p>
            <a:r>
              <a:rPr lang="en-US" dirty="0"/>
              <a:t>Generic </a:t>
            </a:r>
            <a:br>
              <a:rPr lang="en-US" dirty="0"/>
            </a:br>
            <a:r>
              <a:rPr lang="en-US" dirty="0"/>
              <a:t>Write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AFD95B-086E-E497-1B75-6D2AB9106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9738" y="0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A5AD-64FB-3B4C-80FB-CD5C134BF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32B9-FDC7-4AA7-2A0B-4B1C9EC8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3" y="331258"/>
            <a:ext cx="3471333" cy="1325563"/>
          </a:xfrm>
        </p:spPr>
        <p:txBody>
          <a:bodyPr/>
          <a:lstStyle/>
          <a:p>
            <a:r>
              <a:rPr lang="en-US" dirty="0"/>
              <a:t>Generic </a:t>
            </a:r>
            <a:br>
              <a:rPr lang="en-US" dirty="0"/>
            </a:br>
            <a:r>
              <a:rPr lang="en-US" dirty="0"/>
              <a:t>Read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EE1894-0A84-ACDF-2893-04E494F25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6003" y="0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9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215</Words>
  <Application>Microsoft Office PowerPoint</Application>
  <PresentationFormat>Widescreen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Project 2: Bit-Banging I2C</vt:lpstr>
      <vt:lpstr>Project Intro</vt:lpstr>
      <vt:lpstr>Circuit</vt:lpstr>
      <vt:lpstr>I2C Protocol Implementation</vt:lpstr>
      <vt:lpstr>I2C Protocol Implementation (cont’d)</vt:lpstr>
      <vt:lpstr>I2C Protocol Implementation (cont’d)</vt:lpstr>
      <vt:lpstr>I2C Protocol Implementation (cont’d)</vt:lpstr>
      <vt:lpstr>I2C Protocol Implementation (cont’d)</vt:lpstr>
      <vt:lpstr>I2C Protocol Implementation (cont’d)</vt:lpstr>
      <vt:lpstr>I2C Protocol Implementation (cont’d)</vt:lpstr>
      <vt:lpstr>Main Program  Flow</vt:lpstr>
      <vt:lpstr>rtc_write_register</vt:lpstr>
      <vt:lpstr>rtc_read_register</vt:lpstr>
      <vt:lpstr>Generic  Write</vt:lpstr>
      <vt:lpstr>Generic  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Story, Gabriel</dc:creator>
  <cp:lastModifiedBy>Short, Griffin</cp:lastModifiedBy>
  <cp:revision>29</cp:revision>
  <dcterms:created xsi:type="dcterms:W3CDTF">2026-02-02T21:21:15Z</dcterms:created>
  <dcterms:modified xsi:type="dcterms:W3CDTF">2026-02-03T06:14:53Z</dcterms:modified>
</cp:coreProperties>
</file>