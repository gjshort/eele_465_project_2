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98" d="100"/>
          <a:sy n="98" d="100"/>
        </p:scale>
        <p:origin x="493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4DCF0-9C3F-1458-F6F4-AE079CE0CD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3D6983-9B3B-7473-A310-BCA4E95C56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FDE21F-198E-50D1-92EE-99AB5B7B64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191FB-DA68-413D-8A64-6D4DFD7AC4D9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E28385-DC6A-5B8C-EDD5-95BBF5BD2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40B988-A175-49E1-FDA6-0C9F2179E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22C23-9D14-4007-85D8-57030E9779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8984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667F5-68C6-5A4C-3874-73ECB3BBF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E6782F-3361-C129-E9E1-120ADA756B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1EC73E-B6B0-465C-028D-75679707D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191FB-DA68-413D-8A64-6D4DFD7AC4D9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2E6E8D-0435-33A0-B6B1-670BD3C65C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A5E8CE-7A39-703E-3918-129CF74872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22C23-9D14-4007-85D8-57030E9779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1471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EB96E6-37D5-B5A8-6BCA-A719D03C63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992091-A52A-B368-30A9-F2C56A43CE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C6B350-7AEA-3391-F7CA-210A5F1F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191FB-DA68-413D-8A64-6D4DFD7AC4D9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9CB955-3434-A481-C5A8-0C5A0CBEE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2B62F-143F-FA72-33FE-7E10C1384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22C23-9D14-4007-85D8-57030E9779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1671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E1110A-7486-0381-1B2F-EAA75707F1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0E0F91-376D-1418-4498-CCD9AA341F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6C6CB1-7DF9-B750-57CC-6DF16BA373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4A39C4-A009-9D40-7337-A087F069D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191FB-DA68-413D-8A64-6D4DFD7AC4D9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D632FA-06A6-76A9-2BE5-C8CEF705BA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B05BB0-95BC-748C-CFB2-8827069B3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22C23-9D14-4007-85D8-57030E9779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040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76B3D-518B-2F3E-EB22-4597B64ACA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F01790-FC5B-5ECF-FC02-B3749DC111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A7544A-F8AA-F81F-852C-31047AA7A4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C6F889-B636-EA44-F540-19A19B546B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846ACE2-3FAA-5E88-E172-5E07BB2806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53DA0F-CFC5-C7CA-EC44-ECF47CD7C2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191FB-DA68-413D-8A64-6D4DFD7AC4D9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4363836-733C-3F3C-DFC2-53D6DB8859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F6E84D3-A3EE-A6A2-5E07-87A5D0B66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22C23-9D14-4007-85D8-57030E9779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24636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3573A9-D9FD-12CD-7119-B4196DB40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75BF69-B00A-22C9-80D0-11070E676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191FB-DA68-413D-8A64-6D4DFD7AC4D9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904B23-6585-AE68-9A10-5170DD025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C733D9-E512-FDF8-716E-2810904BAE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22C23-9D14-4007-85D8-57030E9779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5525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B91D710-2FAB-38D0-D8B1-ACA75908FB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191FB-DA68-413D-8A64-6D4DFD7AC4D9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BC892B-93D8-E119-F870-1CA5F29609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79E3FC-6E69-FFE0-603A-34E753FEF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22C23-9D14-4007-85D8-57030E9779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46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9AF66C-D8A0-86F6-E3A1-FDFDCDF90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D3E1DE-BEFA-08A5-1FEE-431A20B6E6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A3B294-33AC-0E01-BB52-952DE7ECEE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90FE12-0E91-CE92-33E1-44BCCFB96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191FB-DA68-413D-8A64-6D4DFD7AC4D9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B93C88-2686-29D6-AC17-61CAABFC65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4CBC33-EAAC-2350-CB95-ED3B1AC9A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22C23-9D14-4007-85D8-57030E9779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539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20A9C-64A7-A80A-76A8-FD86FD5545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79067BB-2981-5CB9-D6DD-C1D2D0E5C7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CA6A99-AB65-D9FD-BE94-D136BC5261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04A54F-DBC3-305F-5F01-C7904CE7F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191FB-DA68-413D-8A64-6D4DFD7AC4D9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2C965D-6C6E-E868-7D77-0DC4469CA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5AC870-F61C-5F2D-5713-B783CB58D5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22C23-9D14-4007-85D8-57030E9779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0320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DFF12-DF99-A4BA-B4AE-C996A7798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90CA63-596E-6C36-32D8-3C18610F36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8A6BB2-406C-C286-6887-39C51B8BFF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191FB-DA68-413D-8A64-6D4DFD7AC4D9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2A0C2C-1105-71DA-12B0-4C5FF0664E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63CC38-DDB8-59FB-571B-A8560AA2F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22C23-9D14-4007-85D8-57030E9779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11564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4EB6417-D77D-6491-1B41-5415B49A70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43F24F-8309-69C8-E41F-2818BC57C7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DDB34E-4704-8DE9-DCC2-3F51A99ED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191FB-DA68-413D-8A64-6D4DFD7AC4D9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3A7E37-CBE0-718D-23C0-A48A5A848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836592-2CB3-2B03-03F8-E5DD136BF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22C23-9D14-4007-85D8-57030E9779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2690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D0EC23-D838-0C4C-1518-169EBEC3DF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37DBF2-88EE-0828-DC95-74CFCA394D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0E03C0-07DC-A9B3-B2F3-AA9594C9FA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F191FB-DA68-413D-8A64-6D4DFD7AC4D9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E3C024-A424-5F72-92DB-91D30B0E2A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888EF-2C50-F526-E8BE-52FB57AA99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122C23-9D14-4007-85D8-57030E9779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3096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70B6A-1AC7-CC44-C131-C113622B28C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Project 2: Bit-Banging I2C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F20211-6595-7C2E-61FD-AC8F0104E93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Griffin Short, Gabe Story</a:t>
            </a:r>
          </a:p>
        </p:txBody>
      </p:sp>
    </p:spTree>
    <p:extLst>
      <p:ext uri="{BB962C8B-B14F-4D97-AF65-F5344CB8AC3E}">
        <p14:creationId xmlns:p14="http://schemas.microsoft.com/office/powerpoint/2010/main" val="2571205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E48E55-B101-4F02-B8BA-8BFB5218B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D7616-0456-036A-AE69-6A648A1D39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Code and develop a I2C program in assembly to talk to the MPC7940N RTC to transmit/receive time</a:t>
            </a:r>
          </a:p>
          <a:p>
            <a:r>
              <a:rPr lang="en-US" dirty="0"/>
              <a:t>Developed I2C routines will manually send SDA and SCL signals to the RTC to communicate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19539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Office PowerPoint</Application>
  <PresentationFormat>Widescreen</PresentationFormat>
  <Paragraphs>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Project 2: Bit-Banging I2C</vt:lpstr>
      <vt:lpstr>Project Intro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Story, Gabriel</dc:creator>
  <cp:lastModifiedBy>Story, Gabriel</cp:lastModifiedBy>
  <cp:revision>1</cp:revision>
  <dcterms:created xsi:type="dcterms:W3CDTF">2026-02-02T21:21:15Z</dcterms:created>
  <dcterms:modified xsi:type="dcterms:W3CDTF">2026-02-02T21:33:01Z</dcterms:modified>
</cp:coreProperties>
</file>